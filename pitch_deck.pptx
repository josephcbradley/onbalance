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726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69ACED-5669-C0A6-A65A-A54E1420D3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6FEC4DF-0C4B-6F7E-9AE8-9AD81CE6B7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CC395D-21F6-44C6-D8A9-0D63D39146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28E26F-6A19-E140-B619-99B8CB54ED78}" type="datetimeFigureOut">
              <a:rPr lang="en-GB" smtClean="0"/>
              <a:t>01/05/2025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896093-6F48-B0E0-622E-CDBF8F75AB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75C5B5-DA8F-0C98-D389-4E188024ED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3AA4E-2665-1D42-B61F-8909BC3D636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07997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8732E3-9E0D-2210-2C45-CB0CD7B52F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7133CF-809D-58C9-49CD-6CFCA2FA7C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165442-2959-5402-B2B0-7952F30887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28E26F-6A19-E140-B619-99B8CB54ED78}" type="datetimeFigureOut">
              <a:rPr lang="en-GB" smtClean="0"/>
              <a:t>01/05/2025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62A6E8-BD56-1853-135D-84E99F323D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777BA0-A84A-18B0-017F-3D5BEFD7C2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3AA4E-2665-1D42-B61F-8909BC3D636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785817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1B5F35-0FB3-BAEA-0DFA-C5DDFCC87F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E7859E-A01B-87B6-235E-96472904A5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FEDDD5-0247-FD07-57E4-59510E7B7A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28E26F-6A19-E140-B619-99B8CB54ED78}" type="datetimeFigureOut">
              <a:rPr lang="en-GB" smtClean="0"/>
              <a:t>01/05/2025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9C6C6A-715E-6907-AB23-224254D41E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893FE8-CDDC-9811-B59D-A98FE350EB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3AA4E-2665-1D42-B61F-8909BC3D636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601290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F192F7-C9E4-63BD-D8EE-7A999454AB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E28294-87BD-82E8-3DD2-A04EF9A0657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11A1CB-74D0-FD36-0E54-C832F8FCED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297AC2-050C-D20F-C490-C3793DA8D3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28E26F-6A19-E140-B619-99B8CB54ED78}" type="datetimeFigureOut">
              <a:rPr lang="en-GB" smtClean="0"/>
              <a:t>01/05/2025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0C9EF8-B599-44F1-1A00-35C2298F4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45362B-873A-21D6-A65D-1152C07AA3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3AA4E-2665-1D42-B61F-8909BC3D636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988275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00EFFF-8517-C46C-66A2-3CE1456CE6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63C96-4219-98DF-D23C-F251D4E98D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8AA941-7E76-B7A4-65D6-001105A273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E289392-D7CA-C56A-E80E-AB69A7EFDD2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4BDE052-AF6A-25CD-3AB1-A04F7C9E631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0644B1D-051D-006D-CC04-13ED791BC8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28E26F-6A19-E140-B619-99B8CB54ED78}" type="datetimeFigureOut">
              <a:rPr lang="en-GB" smtClean="0"/>
              <a:t>01/05/2025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45FEEB8-2685-3DDE-8D8F-63434A09F5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B6DA964-36C7-499E-AFDF-895D83A469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3AA4E-2665-1D42-B61F-8909BC3D636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482406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809B72-FDE1-5F2F-166F-257EE7140F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EC846E1-BE89-7E09-592B-79334727F1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28E26F-6A19-E140-B619-99B8CB54ED78}" type="datetimeFigureOut">
              <a:rPr lang="en-GB" smtClean="0"/>
              <a:t>01/05/2025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A39FCE-1CE2-4BC8-71D7-E905ED8AA3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C641254-5924-F337-108C-8193013BD6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3AA4E-2665-1D42-B61F-8909BC3D636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194396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E5409E-07FA-DCAE-C068-F0F44046B8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28E26F-6A19-E140-B619-99B8CB54ED78}" type="datetimeFigureOut">
              <a:rPr lang="en-GB" smtClean="0"/>
              <a:t>01/05/2025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A1D7134-3DF0-AB46-867D-3889F481F1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E1988A-1BDB-FB56-E81A-FA1067F446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3AA4E-2665-1D42-B61F-8909BC3D636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48482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52277F-507E-1CBC-FAC4-5A55FCB5F9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3A4BA4-7EE5-0823-AD2E-0B885C3DB3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E79C62-C216-EB9B-8ABD-7C18964B80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C977D4-9BAC-FAD1-2BE9-FDB1BBCDB2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28E26F-6A19-E140-B619-99B8CB54ED78}" type="datetimeFigureOut">
              <a:rPr lang="en-GB" smtClean="0"/>
              <a:t>01/05/2025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118438-0685-6568-BA37-05294C9AEC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16E5FF-D00D-3339-D4BF-8980FA999D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3AA4E-2665-1D42-B61F-8909BC3D636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87811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949E75-77B9-0132-772C-AB62FDDB6E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540CD25-22A8-FC3E-6962-556506CCC0F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2851EC-54A8-4C6E-6572-60C3B5075B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95FD49-90EF-01FD-FE17-DC76230E2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28E26F-6A19-E140-B619-99B8CB54ED78}" type="datetimeFigureOut">
              <a:rPr lang="en-GB" smtClean="0"/>
              <a:t>01/05/2025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C2E555-FB82-FF05-AF49-FCCE5A2B47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481956-8776-D157-D80D-A8854911E7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3AA4E-2665-1D42-B61F-8909BC3D636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091677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6C0A66-3179-2D4C-E5BE-7FC4950AA6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2D4317E-AB56-AB03-B98D-4317630C7F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A58DB5-1DA1-FC07-AC67-328203BDBC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28E26F-6A19-E140-B619-99B8CB54ED78}" type="datetimeFigureOut">
              <a:rPr lang="en-GB" smtClean="0"/>
              <a:t>01/05/2025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5C43C2-BBA6-3198-A7B8-0FD7282D42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72DFF5-064B-85E5-11BE-CA19E04B4C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3AA4E-2665-1D42-B61F-8909BC3D636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99390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A2C77A3-833E-3B1C-EDF0-1AA39F19CD7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38AA8B6-9489-D1CF-6FF8-225747F9DD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2D3ACE-EC5C-9D82-55BC-BC64689B80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28E26F-6A19-E140-B619-99B8CB54ED78}" type="datetimeFigureOut">
              <a:rPr lang="en-GB" smtClean="0"/>
              <a:t>01/05/2025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3E3DEC-A79E-7D05-1BFA-06CC31DBA1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88545F-5BB9-B908-115F-1DB264E3E9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3AA4E-2665-1D42-B61F-8909BC3D636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442950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17BEF19-E0BE-1C05-777C-C08F987152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C902A6-4047-63C1-6C32-8720681739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50272C-A4C0-E0EB-B466-11DC39478FF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28E26F-6A19-E140-B619-99B8CB54ED78}" type="datetimeFigureOut">
              <a:rPr lang="en-GB" smtClean="0"/>
              <a:t>01/05/2025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D8D495-0395-FE4C-E706-3513B1680F0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2D8A85-6029-FD29-1385-47B1FD483D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93AA4E-2665-1D42-B61F-8909BC3D636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601466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F995A5-1483-07F4-BE3F-35AAC7E1726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 err="1"/>
              <a:t>OnBalance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EADAEF-7C3B-BB6C-259C-D3866233431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A tool for planning with fewer see-saws.</a:t>
            </a:r>
          </a:p>
        </p:txBody>
      </p:sp>
    </p:spTree>
    <p:extLst>
      <p:ext uri="{BB962C8B-B14F-4D97-AF65-F5344CB8AC3E}">
        <p14:creationId xmlns:p14="http://schemas.microsoft.com/office/powerpoint/2010/main" val="42817334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9</Words>
  <Application>Microsoft Macintosh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OnBalance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Joseph Bradley</dc:creator>
  <cp:lastModifiedBy>Joseph Bradley</cp:lastModifiedBy>
  <cp:revision>1</cp:revision>
  <dcterms:created xsi:type="dcterms:W3CDTF">2025-05-01T08:21:39Z</dcterms:created>
  <dcterms:modified xsi:type="dcterms:W3CDTF">2025-05-01T08:23:29Z</dcterms:modified>
</cp:coreProperties>
</file>